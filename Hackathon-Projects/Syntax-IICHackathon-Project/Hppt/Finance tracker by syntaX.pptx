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B0802030000000004"/>
      <p:regular r:id="rId16"/>
    </p:embeddedFont>
    <p:embeddedFont>
      <p:font typeface="Open Sans" charset="1" panose="00000000000000000000"/>
      <p:regular r:id="rId17"/>
    </p:embeddedFont>
    <p:embeddedFont>
      <p:font typeface="Open Sans Bold" charset="1" panose="00000000000000000000"/>
      <p:regular r:id="rId18"/>
    </p:embeddedFont>
    <p:embeddedFont>
      <p:font typeface="Open Sans Semi-Bold" charset="1" panose="00000000000000000000"/>
      <p:regular r:id="rId19"/>
    </p:embeddedFont>
    <p:embeddedFont>
      <p:font typeface="Inter Medium" charset="1" panose="02000503000000020004"/>
      <p:regular r:id="rId20"/>
    </p:embeddedFont>
    <p:embeddedFont>
      <p:font typeface="Open Sans Medium" charset="1" panose="00000000000000000000"/>
      <p:regular r:id="rId21"/>
    </p:embeddedFont>
    <p:embeddedFont>
      <p:font typeface="Montserrat Semi-Bold" charset="1" panose="00000700000000000000"/>
      <p:regular r:id="rId22"/>
    </p:embeddedFont>
    <p:embeddedFont>
      <p:font typeface="Canva Sans Bold" charset="1" panose="020B08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financetracker-bice.vercel.app/index.html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1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financetracker-bice.vercel.app/index.html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financetracker-bice.vercel.app/index.html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02759" y="6802807"/>
            <a:ext cx="5402508" cy="54025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74658" y="8563446"/>
            <a:ext cx="16138684" cy="0"/>
          </a:xfrm>
          <a:prstGeom prst="line">
            <a:avLst/>
          </a:prstGeom>
          <a:ln cap="flat" w="38100">
            <a:solidFill>
              <a:srgbClr val="17726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785978" y="1231643"/>
            <a:ext cx="4758515" cy="47585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4658" y="5553371"/>
            <a:ext cx="447675" cy="44767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24956" y="656036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2"/>
                </a:lnTo>
                <a:lnTo>
                  <a:pt x="0" y="483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972039" y="656036"/>
            <a:ext cx="1241303" cy="575606"/>
            <a:chOff x="0" y="0"/>
            <a:chExt cx="326928" cy="15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6928" cy="151600"/>
            </a:xfrm>
            <a:custGeom>
              <a:avLst/>
              <a:gdLst/>
              <a:ahLst/>
              <a:cxnLst/>
              <a:rect r="r" b="b" t="t" l="l"/>
              <a:pathLst>
                <a:path h="151600" w="326928">
                  <a:moveTo>
                    <a:pt x="75800" y="0"/>
                  </a:moveTo>
                  <a:lnTo>
                    <a:pt x="251128" y="0"/>
                  </a:lnTo>
                  <a:cubicBezTo>
                    <a:pt x="292991" y="0"/>
                    <a:pt x="326928" y="33937"/>
                    <a:pt x="326928" y="75800"/>
                  </a:cubicBezTo>
                  <a:lnTo>
                    <a:pt x="326928" y="75800"/>
                  </a:lnTo>
                  <a:cubicBezTo>
                    <a:pt x="326928" y="117663"/>
                    <a:pt x="292991" y="151600"/>
                    <a:pt x="251128" y="151600"/>
                  </a:cubicBezTo>
                  <a:lnTo>
                    <a:pt x="75800" y="151600"/>
                  </a:lnTo>
                  <a:cubicBezTo>
                    <a:pt x="33937" y="151600"/>
                    <a:pt x="0" y="117663"/>
                    <a:pt x="0" y="75800"/>
                  </a:cubicBezTo>
                  <a:lnTo>
                    <a:pt x="0" y="75800"/>
                  </a:lnTo>
                  <a:cubicBezTo>
                    <a:pt x="0" y="33937"/>
                    <a:pt x="33937" y="0"/>
                    <a:pt x="75800" y="0"/>
                  </a:cubicBez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26928" cy="199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275918" y="793769"/>
            <a:ext cx="633545" cy="300142"/>
          </a:xfrm>
          <a:custGeom>
            <a:avLst/>
            <a:gdLst/>
            <a:ahLst/>
            <a:cxnLst/>
            <a:rect r="r" b="b" t="t" l="l"/>
            <a:pathLst>
              <a:path h="300142" w="633545">
                <a:moveTo>
                  <a:pt x="0" y="0"/>
                </a:moveTo>
                <a:lnTo>
                  <a:pt x="633545" y="0"/>
                </a:lnTo>
                <a:lnTo>
                  <a:pt x="633545" y="300141"/>
                </a:lnTo>
                <a:lnTo>
                  <a:pt x="0" y="300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81075" y="2922146"/>
            <a:ext cx="16539278" cy="228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54"/>
              </a:lnSpc>
            </a:pPr>
            <a:r>
              <a:rPr lang="en-US" sz="13324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FINANCE TRACKER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4956" y="9213231"/>
            <a:ext cx="2868747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79"/>
              </a:lnSpc>
            </a:pPr>
            <a:r>
              <a:rPr lang="en-US" sz="15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6" tooltip="https://financetracker-bice.vercel.app/index.html"/>
              </a:rPr>
              <a:t>www.financetracker.in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4956" y="8881603"/>
            <a:ext cx="2868747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79"/>
              </a:lnSpc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Website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44595" y="8862553"/>
            <a:ext cx="2868747" cy="36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99"/>
              </a:lnSpc>
            </a:pPr>
            <a:r>
              <a:rPr lang="en-US" b="true" sz="1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APRIL 2025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90843" y="5507968"/>
            <a:ext cx="806934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</a:pPr>
            <a:r>
              <a:rPr lang="en-US" b="true" sz="2799" spc="207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 PERFECT FINANCE BUDDY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95993" y="283397"/>
            <a:ext cx="5402508" cy="54025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79517" y="0"/>
            <a:ext cx="6308483" cy="10287000"/>
            <a:chOff x="0" y="0"/>
            <a:chExt cx="166149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14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1494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614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598501" y="4663928"/>
            <a:ext cx="2660799" cy="266079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7496" y="4783668"/>
            <a:ext cx="969409" cy="986123"/>
            <a:chOff x="0" y="0"/>
            <a:chExt cx="812800" cy="8268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26814"/>
            </a:xfrm>
            <a:custGeom>
              <a:avLst/>
              <a:gdLst/>
              <a:ahLst/>
              <a:cxnLst/>
              <a:rect r="r" b="b" t="t" l="l"/>
              <a:pathLst>
                <a:path h="826814" w="812800">
                  <a:moveTo>
                    <a:pt x="406400" y="0"/>
                  </a:moveTo>
                  <a:cubicBezTo>
                    <a:pt x="181951" y="0"/>
                    <a:pt x="0" y="185089"/>
                    <a:pt x="0" y="413407"/>
                  </a:cubicBezTo>
                  <a:cubicBezTo>
                    <a:pt x="0" y="641726"/>
                    <a:pt x="181951" y="826814"/>
                    <a:pt x="406400" y="826814"/>
                  </a:cubicBezTo>
                  <a:cubicBezTo>
                    <a:pt x="630849" y="826814"/>
                    <a:pt x="812800" y="641726"/>
                    <a:pt x="812800" y="413407"/>
                  </a:cubicBezTo>
                  <a:cubicBezTo>
                    <a:pt x="812800" y="1850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314"/>
              <a:ext cx="660400" cy="747987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039583" y="4783668"/>
            <a:ext cx="969409" cy="986123"/>
            <a:chOff x="0" y="0"/>
            <a:chExt cx="812800" cy="8268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26814"/>
            </a:xfrm>
            <a:custGeom>
              <a:avLst/>
              <a:gdLst/>
              <a:ahLst/>
              <a:cxnLst/>
              <a:rect r="r" b="b" t="t" l="l"/>
              <a:pathLst>
                <a:path h="826814" w="812800">
                  <a:moveTo>
                    <a:pt x="406400" y="0"/>
                  </a:moveTo>
                  <a:cubicBezTo>
                    <a:pt x="181951" y="0"/>
                    <a:pt x="0" y="185089"/>
                    <a:pt x="0" y="413407"/>
                  </a:cubicBezTo>
                  <a:cubicBezTo>
                    <a:pt x="0" y="641726"/>
                    <a:pt x="181951" y="826814"/>
                    <a:pt x="406400" y="826814"/>
                  </a:cubicBezTo>
                  <a:cubicBezTo>
                    <a:pt x="630849" y="826814"/>
                    <a:pt x="812800" y="641726"/>
                    <a:pt x="812800" y="413407"/>
                  </a:cubicBezTo>
                  <a:cubicBezTo>
                    <a:pt x="812800" y="1850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314"/>
              <a:ext cx="660400" cy="747987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7496" y="6209355"/>
            <a:ext cx="969409" cy="986123"/>
            <a:chOff x="0" y="0"/>
            <a:chExt cx="812800" cy="8268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26814"/>
            </a:xfrm>
            <a:custGeom>
              <a:avLst/>
              <a:gdLst/>
              <a:ahLst/>
              <a:cxnLst/>
              <a:rect r="r" b="b" t="t" l="l"/>
              <a:pathLst>
                <a:path h="826814" w="812800">
                  <a:moveTo>
                    <a:pt x="406400" y="0"/>
                  </a:moveTo>
                  <a:cubicBezTo>
                    <a:pt x="181951" y="0"/>
                    <a:pt x="0" y="185089"/>
                    <a:pt x="0" y="413407"/>
                  </a:cubicBezTo>
                  <a:cubicBezTo>
                    <a:pt x="0" y="641726"/>
                    <a:pt x="181951" y="826814"/>
                    <a:pt x="406400" y="826814"/>
                  </a:cubicBezTo>
                  <a:cubicBezTo>
                    <a:pt x="630849" y="826814"/>
                    <a:pt x="812800" y="641726"/>
                    <a:pt x="812800" y="413407"/>
                  </a:cubicBezTo>
                  <a:cubicBezTo>
                    <a:pt x="812800" y="1850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314"/>
              <a:ext cx="660400" cy="747987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039583" y="6209355"/>
            <a:ext cx="969409" cy="986123"/>
            <a:chOff x="0" y="0"/>
            <a:chExt cx="812800" cy="82681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26814"/>
            </a:xfrm>
            <a:custGeom>
              <a:avLst/>
              <a:gdLst/>
              <a:ahLst/>
              <a:cxnLst/>
              <a:rect r="r" b="b" t="t" l="l"/>
              <a:pathLst>
                <a:path h="826814" w="812800">
                  <a:moveTo>
                    <a:pt x="406400" y="0"/>
                  </a:moveTo>
                  <a:cubicBezTo>
                    <a:pt x="181951" y="0"/>
                    <a:pt x="0" y="185089"/>
                    <a:pt x="0" y="413407"/>
                  </a:cubicBezTo>
                  <a:cubicBezTo>
                    <a:pt x="0" y="641726"/>
                    <a:pt x="181951" y="826814"/>
                    <a:pt x="406400" y="826814"/>
                  </a:cubicBezTo>
                  <a:cubicBezTo>
                    <a:pt x="630849" y="826814"/>
                    <a:pt x="812800" y="641726"/>
                    <a:pt x="812800" y="413407"/>
                  </a:cubicBezTo>
                  <a:cubicBezTo>
                    <a:pt x="812800" y="1850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314"/>
              <a:ext cx="660400" cy="747987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7496" y="7635042"/>
            <a:ext cx="969409" cy="986123"/>
            <a:chOff x="0" y="0"/>
            <a:chExt cx="812800" cy="8268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26814"/>
            </a:xfrm>
            <a:custGeom>
              <a:avLst/>
              <a:gdLst/>
              <a:ahLst/>
              <a:cxnLst/>
              <a:rect r="r" b="b" t="t" l="l"/>
              <a:pathLst>
                <a:path h="826814" w="812800">
                  <a:moveTo>
                    <a:pt x="406400" y="0"/>
                  </a:moveTo>
                  <a:cubicBezTo>
                    <a:pt x="181951" y="0"/>
                    <a:pt x="0" y="185089"/>
                    <a:pt x="0" y="413407"/>
                  </a:cubicBezTo>
                  <a:cubicBezTo>
                    <a:pt x="0" y="641726"/>
                    <a:pt x="181951" y="826814"/>
                    <a:pt x="406400" y="826814"/>
                  </a:cubicBezTo>
                  <a:cubicBezTo>
                    <a:pt x="630849" y="826814"/>
                    <a:pt x="812800" y="641726"/>
                    <a:pt x="812800" y="413407"/>
                  </a:cubicBezTo>
                  <a:cubicBezTo>
                    <a:pt x="812800" y="1850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314"/>
              <a:ext cx="660400" cy="747987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039583" y="7635042"/>
            <a:ext cx="969409" cy="986123"/>
            <a:chOff x="0" y="0"/>
            <a:chExt cx="812800" cy="8268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26814"/>
            </a:xfrm>
            <a:custGeom>
              <a:avLst/>
              <a:gdLst/>
              <a:ahLst/>
              <a:cxnLst/>
              <a:rect r="r" b="b" t="t" l="l"/>
              <a:pathLst>
                <a:path h="826814" w="812800">
                  <a:moveTo>
                    <a:pt x="406400" y="0"/>
                  </a:moveTo>
                  <a:cubicBezTo>
                    <a:pt x="181951" y="0"/>
                    <a:pt x="0" y="185089"/>
                    <a:pt x="0" y="413407"/>
                  </a:cubicBezTo>
                  <a:cubicBezTo>
                    <a:pt x="0" y="641726"/>
                    <a:pt x="181951" y="826814"/>
                    <a:pt x="406400" y="826814"/>
                  </a:cubicBezTo>
                  <a:cubicBezTo>
                    <a:pt x="630849" y="826814"/>
                    <a:pt x="812800" y="641726"/>
                    <a:pt x="812800" y="413407"/>
                  </a:cubicBezTo>
                  <a:cubicBezTo>
                    <a:pt x="812800" y="1850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314"/>
              <a:ext cx="660400" cy="747987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06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844489" y="2984652"/>
            <a:ext cx="6008511" cy="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3807273" y="9050754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1"/>
                </a:lnTo>
                <a:lnTo>
                  <a:pt x="0" y="483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44489" y="817223"/>
            <a:ext cx="7158103" cy="194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TABLE OF CONTENT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45051" y="5033422"/>
            <a:ext cx="361455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Login/SignUp page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267138" y="5033422"/>
            <a:ext cx="361455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Visual Chart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45051" y="6459109"/>
            <a:ext cx="361455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Add Transaction / Summary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267138" y="6459109"/>
            <a:ext cx="361455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Analysis &amp; Tips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45051" y="7884796"/>
            <a:ext cx="361455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Transaction History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267138" y="7884796"/>
            <a:ext cx="361455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Technology Used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63539" y="3290931"/>
            <a:ext cx="68188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400" spc="177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 PERFECT FINANCE BUDDY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539609" y="9057649"/>
            <a:ext cx="319139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Finance Tracker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8483" cy="10287000"/>
            <a:chOff x="0" y="0"/>
            <a:chExt cx="16614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14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1494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614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564006"/>
            <a:ext cx="7168383" cy="7168355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61754" t="0" r="-23582" b="0"/>
              </a:stretch>
            </a:blipFill>
            <a:ln w="9525" cap="sq">
              <a:solidFill>
                <a:srgbClr val="000000"/>
              </a:solidFill>
              <a:prstDash val="sysDot"/>
              <a:miter/>
            </a:ln>
          </p:spPr>
        </p:sp>
      </p:grpSp>
      <p:sp>
        <p:nvSpPr>
          <p:cNvPr name="AutoShape 7" id="7"/>
          <p:cNvSpPr/>
          <p:nvPr/>
        </p:nvSpPr>
        <p:spPr>
          <a:xfrm flipV="true">
            <a:off x="9091167" y="3264298"/>
            <a:ext cx="4351856" cy="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1559323"/>
            <a:ext cx="1189176" cy="1137285"/>
          </a:xfrm>
          <a:custGeom>
            <a:avLst/>
            <a:gdLst/>
            <a:ahLst/>
            <a:cxnLst/>
            <a:rect r="r" b="b" t="t" l="l"/>
            <a:pathLst>
              <a:path h="1137285" w="1189176">
                <a:moveTo>
                  <a:pt x="0" y="0"/>
                </a:moveTo>
                <a:lnTo>
                  <a:pt x="1189176" y="0"/>
                </a:lnTo>
                <a:lnTo>
                  <a:pt x="1189176" y="1137285"/>
                </a:lnTo>
                <a:lnTo>
                  <a:pt x="0" y="11372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8881660"/>
            <a:ext cx="715180" cy="7151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871011" y="6031106"/>
            <a:ext cx="5402508" cy="54025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091101" y="1533345"/>
            <a:ext cx="8168199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LOGIN / SIGNUP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2658508"/>
            <a:ext cx="68188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400" spc="177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FINANCE TRACKER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91101" y="3816748"/>
            <a:ext cx="7577404" cy="4293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703"/>
              </a:lnSpc>
            </a:pPr>
            <a:r>
              <a:rPr lang="en-US" sz="3240" spc="1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Navigate to "</a:t>
            </a:r>
            <a:r>
              <a:rPr lang="en-US" sz="3240" spc="1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Sign Up</a:t>
            </a:r>
            <a:r>
              <a:rPr lang="en-US" sz="3240" spc="1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," complete fields like</a:t>
            </a:r>
            <a:r>
              <a:rPr lang="en-US" sz="3240" spc="1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name</a:t>
            </a:r>
            <a:r>
              <a:rPr lang="en-US" sz="3240" spc="1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240" spc="1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email</a:t>
            </a:r>
            <a:r>
              <a:rPr lang="en-US" sz="3240" spc="1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240" spc="1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password</a:t>
            </a:r>
            <a:r>
              <a:rPr lang="en-US" sz="3240" spc="1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Click sign-up. Log in using credentials to securely access your profile/dashboard for a seamless user experience.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70195" y="0"/>
            <a:ext cx="5017805" cy="10287000"/>
            <a:chOff x="0" y="0"/>
            <a:chExt cx="132156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156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21562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9151339"/>
            <a:ext cx="1028700" cy="1135661"/>
            <a:chOff x="0" y="0"/>
            <a:chExt cx="270933" cy="299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99104"/>
            </a:xfrm>
            <a:custGeom>
              <a:avLst/>
              <a:gdLst/>
              <a:ahLst/>
              <a:cxnLst/>
              <a:rect r="r" b="b" t="t" l="l"/>
              <a:pathLst>
                <a:path h="2991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66642" y="0"/>
            <a:ext cx="1028700" cy="1135661"/>
            <a:chOff x="0" y="0"/>
            <a:chExt cx="270933" cy="2991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99104"/>
            </a:xfrm>
            <a:custGeom>
              <a:avLst/>
              <a:gdLst/>
              <a:ahLst/>
              <a:cxnLst/>
              <a:rect r="r" b="b" t="t" l="l"/>
              <a:pathLst>
                <a:path h="2991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68930" y="-1565593"/>
            <a:ext cx="5402508" cy="54025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028700" y="2880509"/>
            <a:ext cx="4770253" cy="3810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0196488" y="1215940"/>
            <a:ext cx="715180" cy="71518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7726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9950293" y="2880509"/>
            <a:ext cx="8298319" cy="5416036"/>
            <a:chOff x="0" y="0"/>
            <a:chExt cx="19050000" cy="124333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2"/>
              <a:stretch>
                <a:fillRect l="-7986" t="0" r="-7986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3"/>
              <a:stretch>
                <a:fillRect l="-301" t="0" r="-301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96472" y="936710"/>
            <a:ext cx="9353821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ADD TRANSACTION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2080260"/>
            <a:ext cx="68188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400" spc="177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SUMMARY OF YOUR BUDGET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6472" y="3665465"/>
            <a:ext cx="8675265" cy="42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643"/>
              </a:lnSpc>
            </a:pPr>
            <a:r>
              <a:rPr lang="en-US" sz="3206" spc="1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"Add Transaction" page simplifies finance management with dropdown categories, detailed input fields, and summary breakdowns, ensuring organized tracking and insightful analysis of users' income and expenses.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11550"/>
            <a:ext cx="18288000" cy="7975450"/>
            <a:chOff x="0" y="0"/>
            <a:chExt cx="4816593" cy="2100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00530"/>
            </a:xfrm>
            <a:custGeom>
              <a:avLst/>
              <a:gdLst/>
              <a:ahLst/>
              <a:cxnLst/>
              <a:rect r="r" b="b" t="t" l="l"/>
              <a:pathLst>
                <a:path h="21005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00530"/>
                  </a:lnTo>
                  <a:lnTo>
                    <a:pt x="0" y="2100530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148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853048" y="-912528"/>
            <a:ext cx="3803190" cy="38031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258300"/>
            <a:ext cx="1028700" cy="1028700"/>
            <a:chOff x="0" y="0"/>
            <a:chExt cx="270933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7093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028700" y="708169"/>
            <a:ext cx="4306174" cy="8933971"/>
            <a:chOff x="0" y="0"/>
            <a:chExt cx="9182100" cy="190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95859" y="240665"/>
              <a:ext cx="8381873" cy="18062447"/>
            </a:xfrm>
            <a:custGeom>
              <a:avLst/>
              <a:gdLst/>
              <a:ahLst/>
              <a:cxnLst/>
              <a:rect r="r" b="b" t="t" l="l"/>
              <a:pathLst>
                <a:path h="18062447" w="8381873">
                  <a:moveTo>
                    <a:pt x="7301738" y="18062447"/>
                  </a:moveTo>
                  <a:lnTo>
                    <a:pt x="1080008" y="18062447"/>
                  </a:lnTo>
                  <a:cubicBezTo>
                    <a:pt x="483489" y="18062447"/>
                    <a:pt x="0" y="17578832"/>
                    <a:pt x="0" y="16982439"/>
                  </a:cubicBezTo>
                  <a:lnTo>
                    <a:pt x="0" y="1082675"/>
                  </a:lnTo>
                  <a:cubicBezTo>
                    <a:pt x="0" y="484759"/>
                    <a:pt x="484759" y="0"/>
                    <a:pt x="1082675" y="0"/>
                  </a:cubicBezTo>
                  <a:lnTo>
                    <a:pt x="7299071" y="0"/>
                  </a:lnTo>
                  <a:cubicBezTo>
                    <a:pt x="7896988" y="0"/>
                    <a:pt x="8381619" y="484759"/>
                    <a:pt x="8381619" y="1082548"/>
                  </a:cubicBezTo>
                  <a:lnTo>
                    <a:pt x="8381619" y="16982439"/>
                  </a:lnTo>
                  <a:cubicBezTo>
                    <a:pt x="8381873" y="17578959"/>
                    <a:pt x="7898384" y="18062447"/>
                    <a:pt x="7301738" y="18062447"/>
                  </a:cubicBezTo>
                  <a:close/>
                </a:path>
              </a:pathLst>
            </a:custGeom>
            <a:blipFill>
              <a:blip r:embed="rId2"/>
              <a:stretch>
                <a:fillRect l="-34895" t="0" r="-4623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821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182100">
                  <a:moveTo>
                    <a:pt x="9182100" y="0"/>
                  </a:moveTo>
                  <a:lnTo>
                    <a:pt x="9182100" y="19050000"/>
                  </a:lnTo>
                  <a:lnTo>
                    <a:pt x="0" y="19050000"/>
                  </a:lnTo>
                  <a:lnTo>
                    <a:pt x="0" y="0"/>
                  </a:lnTo>
                  <a:lnTo>
                    <a:pt x="9182100" y="0"/>
                  </a:lnTo>
                  <a:close/>
                </a:path>
              </a:pathLst>
            </a:custGeom>
            <a:blipFill>
              <a:blip r:embed="rId3"/>
              <a:stretch>
                <a:fillRect l="0" t="-208" r="0" b="-20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627501" y="590844"/>
            <a:ext cx="9552743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TRANSACTION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78757" y="1430162"/>
            <a:ext cx="68188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400" spc="177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HISTORY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63585" y="3446422"/>
            <a:ext cx="10195715" cy="460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141"/>
              </a:lnSpc>
            </a:pPr>
            <a:r>
              <a:rPr lang="en-US" sz="3489" spc="13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Track all your transactions effortlessly in one place by organizing income, expenses, and savings. Gain financial clarity with categorized summaries, monitor spending trends, and manage your finances efficiently and transparently.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70195" y="0"/>
            <a:ext cx="5017805" cy="10287000"/>
            <a:chOff x="0" y="0"/>
            <a:chExt cx="132156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156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21562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9151339"/>
            <a:ext cx="1028700" cy="1135661"/>
            <a:chOff x="0" y="0"/>
            <a:chExt cx="270933" cy="299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99104"/>
            </a:xfrm>
            <a:custGeom>
              <a:avLst/>
              <a:gdLst/>
              <a:ahLst/>
              <a:cxnLst/>
              <a:rect r="r" b="b" t="t" l="l"/>
              <a:pathLst>
                <a:path h="2991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66642" y="0"/>
            <a:ext cx="1028700" cy="1135661"/>
            <a:chOff x="0" y="0"/>
            <a:chExt cx="270933" cy="2991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99104"/>
            </a:xfrm>
            <a:custGeom>
              <a:avLst/>
              <a:gdLst/>
              <a:ahLst/>
              <a:cxnLst/>
              <a:rect r="r" b="b" t="t" l="l"/>
              <a:pathLst>
                <a:path h="2991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68930" y="-1565593"/>
            <a:ext cx="5402508" cy="54025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028700" y="2880509"/>
            <a:ext cx="4770253" cy="3810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0196488" y="1215940"/>
            <a:ext cx="715180" cy="71518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7726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9710285" y="567831"/>
            <a:ext cx="8298319" cy="5416036"/>
            <a:chOff x="0" y="0"/>
            <a:chExt cx="19050000" cy="124333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2"/>
              <a:stretch>
                <a:fillRect l="-9031" t="0" r="-9031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3"/>
              <a:stretch>
                <a:fillRect l="-301" t="0" r="-301" b="0"/>
              </a:stretch>
            </a:blipFill>
          </p:spPr>
        </p:sp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174425" y="5926211"/>
            <a:ext cx="4413134" cy="3979556"/>
          </a:xfrm>
          <a:prstGeom prst="rect">
            <a:avLst/>
          </a:prstGeom>
        </p:spPr>
      </p:pic>
      <p:sp>
        <p:nvSpPr>
          <p:cNvPr name="Freeform 22" id="22"/>
          <p:cNvSpPr/>
          <p:nvPr/>
        </p:nvSpPr>
        <p:spPr>
          <a:xfrm flipH="false" flipV="false" rot="1883956">
            <a:off x="9779776" y="2106032"/>
            <a:ext cx="2173732" cy="2339633"/>
          </a:xfrm>
          <a:custGeom>
            <a:avLst/>
            <a:gdLst/>
            <a:ahLst/>
            <a:cxnLst/>
            <a:rect r="r" b="b" t="t" l="l"/>
            <a:pathLst>
              <a:path h="2339633" w="2173732">
                <a:moveTo>
                  <a:pt x="0" y="0"/>
                </a:moveTo>
                <a:lnTo>
                  <a:pt x="2173732" y="0"/>
                </a:lnTo>
                <a:lnTo>
                  <a:pt x="2173732" y="2339633"/>
                </a:lnTo>
                <a:lnTo>
                  <a:pt x="0" y="2339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96472" y="936710"/>
            <a:ext cx="9353821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VISUAL CHART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2080260"/>
            <a:ext cx="68188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400" spc="177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SUMMARY OF YOUR BUDGET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6472" y="3497547"/>
            <a:ext cx="8675265" cy="507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19"/>
              </a:lnSpc>
            </a:pPr>
            <a:r>
              <a:rPr lang="en-US" sz="3306" spc="13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Visual charts like pie charts simplify budget analysis by illustrating financial distribution. Tools like Chart.js enhance clarity, interactivity, and insights, making comparisons and tracking patterns easier for effective financial management.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8483" cy="10287000"/>
            <a:chOff x="0" y="0"/>
            <a:chExt cx="16614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14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1494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614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9091167" y="3264298"/>
            <a:ext cx="4351856" cy="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8881660"/>
            <a:ext cx="715180" cy="7151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871011" y="6031106"/>
            <a:ext cx="5402508" cy="540250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743880" y="617391"/>
            <a:ext cx="4252773" cy="8823180"/>
            <a:chOff x="0" y="0"/>
            <a:chExt cx="9182100" cy="190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95859" y="240665"/>
              <a:ext cx="8381873" cy="18062447"/>
            </a:xfrm>
            <a:custGeom>
              <a:avLst/>
              <a:gdLst/>
              <a:ahLst/>
              <a:cxnLst/>
              <a:rect r="r" b="b" t="t" l="l"/>
              <a:pathLst>
                <a:path h="18062447" w="8381873">
                  <a:moveTo>
                    <a:pt x="7301738" y="18062447"/>
                  </a:moveTo>
                  <a:lnTo>
                    <a:pt x="1080008" y="18062447"/>
                  </a:lnTo>
                  <a:cubicBezTo>
                    <a:pt x="483489" y="18062447"/>
                    <a:pt x="0" y="17578832"/>
                    <a:pt x="0" y="16982439"/>
                  </a:cubicBezTo>
                  <a:lnTo>
                    <a:pt x="0" y="1082675"/>
                  </a:lnTo>
                  <a:cubicBezTo>
                    <a:pt x="0" y="484759"/>
                    <a:pt x="484759" y="0"/>
                    <a:pt x="1082675" y="0"/>
                  </a:cubicBezTo>
                  <a:lnTo>
                    <a:pt x="7299071" y="0"/>
                  </a:lnTo>
                  <a:cubicBezTo>
                    <a:pt x="7896988" y="0"/>
                    <a:pt x="8381619" y="484759"/>
                    <a:pt x="8381619" y="1082548"/>
                  </a:cubicBezTo>
                  <a:lnTo>
                    <a:pt x="8381619" y="16982439"/>
                  </a:lnTo>
                  <a:cubicBezTo>
                    <a:pt x="8381873" y="17578959"/>
                    <a:pt x="7898384" y="18062447"/>
                    <a:pt x="7301738" y="18062447"/>
                  </a:cubicBezTo>
                  <a:close/>
                </a:path>
              </a:pathLst>
            </a:custGeom>
            <a:blipFill>
              <a:blip r:embed="rId2"/>
              <a:stretch>
                <a:fillRect l="-6729" t="0" r="-27926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821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182100">
                  <a:moveTo>
                    <a:pt x="9182100" y="0"/>
                  </a:moveTo>
                  <a:lnTo>
                    <a:pt x="9182100" y="19050000"/>
                  </a:lnTo>
                  <a:lnTo>
                    <a:pt x="0" y="19050000"/>
                  </a:lnTo>
                  <a:lnTo>
                    <a:pt x="0" y="0"/>
                  </a:lnTo>
                  <a:lnTo>
                    <a:pt x="9182100" y="0"/>
                  </a:lnTo>
                  <a:close/>
                </a:path>
              </a:pathLst>
            </a:custGeom>
            <a:blipFill>
              <a:blip r:embed="rId3"/>
              <a:stretch>
                <a:fillRect l="0" t="-208" r="0" b="-208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091101" y="1533345"/>
            <a:ext cx="8168199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ANALYSIS &amp; TIPS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2658508"/>
            <a:ext cx="68188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400" spc="177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FINANCE TRACKER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91101" y="3598695"/>
            <a:ext cx="8168199" cy="527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054"/>
              </a:lnSpc>
            </a:pPr>
            <a:r>
              <a:rPr lang="en-US" sz="3439" spc="1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"Analysis and Tips" section offers insights to reduce ex</a:t>
            </a:r>
            <a:r>
              <a:rPr lang="en-US" sz="3439" spc="1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3439" spc="1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3439" spc="1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439" spc="1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439" spc="1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439" spc="1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boost savings, ensure balanced budgeting, and empower users to achieve financial goals confidently based on their transaction history and practical suggestions.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64229"/>
            <a:ext cx="18288000" cy="3422771"/>
            <a:chOff x="0" y="0"/>
            <a:chExt cx="4816593" cy="901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01471"/>
            </a:xfrm>
            <a:custGeom>
              <a:avLst/>
              <a:gdLst/>
              <a:ahLst/>
              <a:cxnLst/>
              <a:rect r="r" b="b" t="t" l="l"/>
              <a:pathLst>
                <a:path h="9014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01471"/>
                  </a:lnTo>
                  <a:lnTo>
                    <a:pt x="0" y="901471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94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9945" y="2690980"/>
            <a:ext cx="5433248" cy="6801722"/>
            <a:chOff x="0" y="0"/>
            <a:chExt cx="812800" cy="1017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17520"/>
            </a:xfrm>
            <a:custGeom>
              <a:avLst/>
              <a:gdLst/>
              <a:ahLst/>
              <a:cxnLst/>
              <a:rect r="r" b="b" t="t" l="l"/>
              <a:pathLst>
                <a:path h="1017520" w="812800">
                  <a:moveTo>
                    <a:pt x="126817" y="0"/>
                  </a:moveTo>
                  <a:lnTo>
                    <a:pt x="685982" y="0"/>
                  </a:lnTo>
                  <a:cubicBezTo>
                    <a:pt x="719617" y="0"/>
                    <a:pt x="751873" y="13361"/>
                    <a:pt x="775656" y="37144"/>
                  </a:cubicBezTo>
                  <a:cubicBezTo>
                    <a:pt x="799439" y="60927"/>
                    <a:pt x="812800" y="93183"/>
                    <a:pt x="812800" y="126817"/>
                  </a:cubicBezTo>
                  <a:lnTo>
                    <a:pt x="812800" y="890703"/>
                  </a:lnTo>
                  <a:cubicBezTo>
                    <a:pt x="812800" y="924337"/>
                    <a:pt x="799439" y="956593"/>
                    <a:pt x="775656" y="980376"/>
                  </a:cubicBezTo>
                  <a:cubicBezTo>
                    <a:pt x="751873" y="1004159"/>
                    <a:pt x="719617" y="1017520"/>
                    <a:pt x="685982" y="1017520"/>
                  </a:cubicBezTo>
                  <a:lnTo>
                    <a:pt x="126817" y="1017520"/>
                  </a:lnTo>
                  <a:cubicBezTo>
                    <a:pt x="93183" y="1017520"/>
                    <a:pt x="60927" y="1004159"/>
                    <a:pt x="37144" y="980376"/>
                  </a:cubicBezTo>
                  <a:cubicBezTo>
                    <a:pt x="13361" y="956593"/>
                    <a:pt x="0" y="924337"/>
                    <a:pt x="0" y="890703"/>
                  </a:cubicBezTo>
                  <a:lnTo>
                    <a:pt x="0" y="126817"/>
                  </a:lnTo>
                  <a:cubicBezTo>
                    <a:pt x="0" y="93183"/>
                    <a:pt x="13361" y="60927"/>
                    <a:pt x="37144" y="37144"/>
                  </a:cubicBezTo>
                  <a:cubicBezTo>
                    <a:pt x="60927" y="13361"/>
                    <a:pt x="93183" y="0"/>
                    <a:pt x="126817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105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27376" y="2690980"/>
            <a:ext cx="5433248" cy="6801722"/>
            <a:chOff x="0" y="0"/>
            <a:chExt cx="812800" cy="1017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17520"/>
            </a:xfrm>
            <a:custGeom>
              <a:avLst/>
              <a:gdLst/>
              <a:ahLst/>
              <a:cxnLst/>
              <a:rect r="r" b="b" t="t" l="l"/>
              <a:pathLst>
                <a:path h="1017520" w="812800">
                  <a:moveTo>
                    <a:pt x="126817" y="0"/>
                  </a:moveTo>
                  <a:lnTo>
                    <a:pt x="685982" y="0"/>
                  </a:lnTo>
                  <a:cubicBezTo>
                    <a:pt x="719617" y="0"/>
                    <a:pt x="751873" y="13361"/>
                    <a:pt x="775656" y="37144"/>
                  </a:cubicBezTo>
                  <a:cubicBezTo>
                    <a:pt x="799439" y="60927"/>
                    <a:pt x="812800" y="93183"/>
                    <a:pt x="812800" y="126817"/>
                  </a:cubicBezTo>
                  <a:lnTo>
                    <a:pt x="812800" y="890703"/>
                  </a:lnTo>
                  <a:cubicBezTo>
                    <a:pt x="812800" y="924337"/>
                    <a:pt x="799439" y="956593"/>
                    <a:pt x="775656" y="980376"/>
                  </a:cubicBezTo>
                  <a:cubicBezTo>
                    <a:pt x="751873" y="1004159"/>
                    <a:pt x="719617" y="1017520"/>
                    <a:pt x="685982" y="1017520"/>
                  </a:cubicBezTo>
                  <a:lnTo>
                    <a:pt x="126817" y="1017520"/>
                  </a:lnTo>
                  <a:cubicBezTo>
                    <a:pt x="93183" y="1017520"/>
                    <a:pt x="60927" y="1004159"/>
                    <a:pt x="37144" y="980376"/>
                  </a:cubicBezTo>
                  <a:cubicBezTo>
                    <a:pt x="13361" y="956593"/>
                    <a:pt x="0" y="924337"/>
                    <a:pt x="0" y="890703"/>
                  </a:cubicBezTo>
                  <a:lnTo>
                    <a:pt x="0" y="126817"/>
                  </a:lnTo>
                  <a:cubicBezTo>
                    <a:pt x="0" y="93183"/>
                    <a:pt x="13361" y="60927"/>
                    <a:pt x="37144" y="37144"/>
                  </a:cubicBezTo>
                  <a:cubicBezTo>
                    <a:pt x="60927" y="13361"/>
                    <a:pt x="93183" y="0"/>
                    <a:pt x="126817" y="0"/>
                  </a:cubicBez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105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13024" y="2690980"/>
            <a:ext cx="5433248" cy="6801722"/>
            <a:chOff x="0" y="0"/>
            <a:chExt cx="812800" cy="1017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17520"/>
            </a:xfrm>
            <a:custGeom>
              <a:avLst/>
              <a:gdLst/>
              <a:ahLst/>
              <a:cxnLst/>
              <a:rect r="r" b="b" t="t" l="l"/>
              <a:pathLst>
                <a:path h="1017520" w="812800">
                  <a:moveTo>
                    <a:pt x="126817" y="0"/>
                  </a:moveTo>
                  <a:lnTo>
                    <a:pt x="685982" y="0"/>
                  </a:lnTo>
                  <a:cubicBezTo>
                    <a:pt x="719617" y="0"/>
                    <a:pt x="751873" y="13361"/>
                    <a:pt x="775656" y="37144"/>
                  </a:cubicBezTo>
                  <a:cubicBezTo>
                    <a:pt x="799439" y="60927"/>
                    <a:pt x="812800" y="93183"/>
                    <a:pt x="812800" y="126817"/>
                  </a:cubicBezTo>
                  <a:lnTo>
                    <a:pt x="812800" y="890703"/>
                  </a:lnTo>
                  <a:cubicBezTo>
                    <a:pt x="812800" y="924337"/>
                    <a:pt x="799439" y="956593"/>
                    <a:pt x="775656" y="980376"/>
                  </a:cubicBezTo>
                  <a:cubicBezTo>
                    <a:pt x="751873" y="1004159"/>
                    <a:pt x="719617" y="1017520"/>
                    <a:pt x="685982" y="1017520"/>
                  </a:cubicBezTo>
                  <a:lnTo>
                    <a:pt x="126817" y="1017520"/>
                  </a:lnTo>
                  <a:cubicBezTo>
                    <a:pt x="93183" y="1017520"/>
                    <a:pt x="60927" y="1004159"/>
                    <a:pt x="37144" y="980376"/>
                  </a:cubicBezTo>
                  <a:cubicBezTo>
                    <a:pt x="13361" y="956593"/>
                    <a:pt x="0" y="924337"/>
                    <a:pt x="0" y="890703"/>
                  </a:cubicBezTo>
                  <a:lnTo>
                    <a:pt x="0" y="126817"/>
                  </a:lnTo>
                  <a:cubicBezTo>
                    <a:pt x="0" y="93183"/>
                    <a:pt x="13361" y="60927"/>
                    <a:pt x="37144" y="37144"/>
                  </a:cubicBezTo>
                  <a:cubicBezTo>
                    <a:pt x="60927" y="13361"/>
                    <a:pt x="93183" y="0"/>
                    <a:pt x="126817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105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457494"/>
            <a:ext cx="18288000" cy="1495425"/>
            <a:chOff x="0" y="0"/>
            <a:chExt cx="4816593" cy="3938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393857"/>
            </a:xfrm>
            <a:custGeom>
              <a:avLst/>
              <a:gdLst/>
              <a:ahLst/>
              <a:cxnLst/>
              <a:rect r="r" b="b" t="t" l="l"/>
              <a:pathLst>
                <a:path h="3938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93857"/>
                  </a:lnTo>
                  <a:lnTo>
                    <a:pt x="0" y="393857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6593" cy="441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115913" y="963360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2"/>
                </a:lnTo>
                <a:lnTo>
                  <a:pt x="0" y="483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36179" y="6765382"/>
            <a:ext cx="1156546" cy="1631027"/>
          </a:xfrm>
          <a:custGeom>
            <a:avLst/>
            <a:gdLst/>
            <a:ahLst/>
            <a:cxnLst/>
            <a:rect r="r" b="b" t="t" l="l"/>
            <a:pathLst>
              <a:path h="1631027" w="1156546">
                <a:moveTo>
                  <a:pt x="0" y="0"/>
                </a:moveTo>
                <a:lnTo>
                  <a:pt x="1156546" y="0"/>
                </a:lnTo>
                <a:lnTo>
                  <a:pt x="1156546" y="1631026"/>
                </a:lnTo>
                <a:lnTo>
                  <a:pt x="0" y="1631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837820" y="6862704"/>
            <a:ext cx="1227481" cy="1536752"/>
          </a:xfrm>
          <a:custGeom>
            <a:avLst/>
            <a:gdLst/>
            <a:ahLst/>
            <a:cxnLst/>
            <a:rect r="r" b="b" t="t" l="l"/>
            <a:pathLst>
              <a:path h="1536752" w="1227481">
                <a:moveTo>
                  <a:pt x="0" y="0"/>
                </a:moveTo>
                <a:lnTo>
                  <a:pt x="1227481" y="0"/>
                </a:lnTo>
                <a:lnTo>
                  <a:pt x="1227481" y="1536753"/>
                </a:lnTo>
                <a:lnTo>
                  <a:pt x="0" y="15367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84273" y="6864229"/>
            <a:ext cx="1317672" cy="1305639"/>
          </a:xfrm>
          <a:custGeom>
            <a:avLst/>
            <a:gdLst/>
            <a:ahLst/>
            <a:cxnLst/>
            <a:rect r="r" b="b" t="t" l="l"/>
            <a:pathLst>
              <a:path h="1305639" w="1317672">
                <a:moveTo>
                  <a:pt x="0" y="0"/>
                </a:moveTo>
                <a:lnTo>
                  <a:pt x="1317672" y="0"/>
                </a:lnTo>
                <a:lnTo>
                  <a:pt x="1317672" y="1305638"/>
                </a:lnTo>
                <a:lnTo>
                  <a:pt x="0" y="13056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200181" y="6613842"/>
            <a:ext cx="3296138" cy="1447984"/>
          </a:xfrm>
          <a:custGeom>
            <a:avLst/>
            <a:gdLst/>
            <a:ahLst/>
            <a:cxnLst/>
            <a:rect r="r" b="b" t="t" l="l"/>
            <a:pathLst>
              <a:path h="1447984" w="3296138">
                <a:moveTo>
                  <a:pt x="0" y="0"/>
                </a:moveTo>
                <a:lnTo>
                  <a:pt x="3296138" y="0"/>
                </a:lnTo>
                <a:lnTo>
                  <a:pt x="3296138" y="1447984"/>
                </a:lnTo>
                <a:lnTo>
                  <a:pt x="0" y="14479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084784" y="3066005"/>
            <a:ext cx="4118431" cy="317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9"/>
              </a:lnSpc>
            </a:pPr>
            <a:r>
              <a:rPr lang="en-US" b="true" sz="2199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JavaScript is utilized to handle various tasks like form validation, user interactions, and event handling, while efficiently managing data through APIs, local storage, and real-time updates for seamless functionality.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54928" y="8682533"/>
            <a:ext cx="3010373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HTML / CSS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38814" y="8423253"/>
            <a:ext cx="3010373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Javascript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24462" y="8423253"/>
            <a:ext cx="3010373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Local Storage / Js Libraries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2990" y="3066005"/>
            <a:ext cx="4118431" cy="317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9"/>
              </a:lnSpc>
            </a:pPr>
            <a:r>
              <a:rPr lang="en-US" b="true" sz="21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Local</a:t>
            </a:r>
            <a:r>
              <a:rPr lang="en-US" b="true" sz="21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Storage is used to store data in a user's browser persistently, allowing quick access to information like user preferences or session details without needing server-side requests. Chart.js to create pie chart.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9945" y="755626"/>
            <a:ext cx="11576604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TECHNOLOGY USED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848250" y="970256"/>
            <a:ext cx="319139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financeTracker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99319" y="2865980"/>
            <a:ext cx="4118431" cy="357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9"/>
              </a:lnSpc>
            </a:pPr>
            <a:r>
              <a:rPr lang="en-US" b="true" sz="21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HTML builds the app's foundational structure, organizing content and elements, while vanilla CSS styles the application, adding colors, layouts, and responsiveness to create a visually engaging and functional design.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70195" y="0"/>
            <a:ext cx="5017805" cy="10287000"/>
            <a:chOff x="0" y="0"/>
            <a:chExt cx="132156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156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21562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9151339"/>
            <a:ext cx="1028700" cy="1135661"/>
            <a:chOff x="0" y="0"/>
            <a:chExt cx="270933" cy="299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99104"/>
            </a:xfrm>
            <a:custGeom>
              <a:avLst/>
              <a:gdLst/>
              <a:ahLst/>
              <a:cxnLst/>
              <a:rect r="r" b="b" t="t" l="l"/>
              <a:pathLst>
                <a:path h="2991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66642" y="0"/>
            <a:ext cx="1028700" cy="1135661"/>
            <a:chOff x="0" y="0"/>
            <a:chExt cx="270933" cy="2991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99104"/>
            </a:xfrm>
            <a:custGeom>
              <a:avLst/>
              <a:gdLst/>
              <a:ahLst/>
              <a:cxnLst/>
              <a:rect r="r" b="b" t="t" l="l"/>
              <a:pathLst>
                <a:path h="2991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68930" y="-1565593"/>
            <a:ext cx="5402508" cy="54025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029004" y="2554784"/>
            <a:ext cx="4770253" cy="3810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0196488" y="1215940"/>
            <a:ext cx="715180" cy="71518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7726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96472" y="936710"/>
            <a:ext cx="9353821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DEVELOPERS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20244" y="1893020"/>
            <a:ext cx="68188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400" spc="177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TEAM - SYNTAX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6472" y="3497547"/>
            <a:ext cx="10784520" cy="3701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5504" indent="-367752" lvl="1">
              <a:lnSpc>
                <a:spcPts val="5995"/>
              </a:lnSpc>
              <a:buAutoNum type="arabicPeriod" startAt="1"/>
            </a:pPr>
            <a:r>
              <a:rPr lang="en-US" sz="3406" spc="13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SUPRIYO MALAKAR ( DEVELOPER )</a:t>
            </a:r>
          </a:p>
          <a:p>
            <a:pPr algn="just" marL="735504" indent="-367752" lvl="1">
              <a:lnSpc>
                <a:spcPts val="5995"/>
              </a:lnSpc>
              <a:buAutoNum type="arabicPeriod" startAt="1"/>
            </a:pPr>
            <a:r>
              <a:rPr lang="en-US" sz="3406" spc="13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MOHIT PANDEY ( DEVELOPER )</a:t>
            </a:r>
          </a:p>
          <a:p>
            <a:pPr algn="just" marL="735504" indent="-367752" lvl="1">
              <a:lnSpc>
                <a:spcPts val="5995"/>
              </a:lnSpc>
              <a:buAutoNum type="arabicPeriod" startAt="1"/>
            </a:pPr>
            <a:r>
              <a:rPr lang="en-US" sz="3406" spc="13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ALOK KUMAR ( DESIGNER )</a:t>
            </a:r>
          </a:p>
          <a:p>
            <a:pPr algn="just" marL="735504" indent="-367752" lvl="1">
              <a:lnSpc>
                <a:spcPts val="5995"/>
              </a:lnSpc>
              <a:buAutoNum type="arabicPeriod" startAt="1"/>
            </a:pPr>
            <a:r>
              <a:rPr lang="en-US" sz="3406" spc="13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JAYANTA BHATTACHARJEE ( DESIGNER )</a:t>
            </a:r>
          </a:p>
          <a:p>
            <a:pPr algn="just" marL="735504" indent="-367752" lvl="1">
              <a:lnSpc>
                <a:spcPts val="5995"/>
              </a:lnSpc>
              <a:buAutoNum type="arabicPeriod" startAt="1"/>
            </a:pPr>
            <a:r>
              <a:rPr lang="en-US" sz="3406" spc="136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MOHIT GUPTA ( DESIGNER 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455" y="8884539"/>
            <a:ext cx="12310288" cy="4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 DEMO OF WEBSITE : </a:t>
            </a:r>
            <a:r>
              <a:rPr lang="en-US" b="true" sz="27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2" tooltip="https://financetracker-bice.vercel.app/index.html"/>
              </a:rPr>
              <a:t>Click here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02759" y="6802807"/>
            <a:ext cx="5402508" cy="54025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74658" y="8563446"/>
            <a:ext cx="16138684" cy="0"/>
          </a:xfrm>
          <a:prstGeom prst="line">
            <a:avLst/>
          </a:prstGeom>
          <a:ln cap="flat" w="38100">
            <a:solidFill>
              <a:srgbClr val="17726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785978" y="1231643"/>
            <a:ext cx="4758515" cy="47585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4658" y="5553371"/>
            <a:ext cx="447675" cy="44767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24956" y="656036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2"/>
                </a:lnTo>
                <a:lnTo>
                  <a:pt x="0" y="483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972039" y="656036"/>
            <a:ext cx="1241303" cy="575606"/>
            <a:chOff x="0" y="0"/>
            <a:chExt cx="326928" cy="15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6928" cy="151600"/>
            </a:xfrm>
            <a:custGeom>
              <a:avLst/>
              <a:gdLst/>
              <a:ahLst/>
              <a:cxnLst/>
              <a:rect r="r" b="b" t="t" l="l"/>
              <a:pathLst>
                <a:path h="151600" w="326928">
                  <a:moveTo>
                    <a:pt x="75800" y="0"/>
                  </a:moveTo>
                  <a:lnTo>
                    <a:pt x="251128" y="0"/>
                  </a:lnTo>
                  <a:cubicBezTo>
                    <a:pt x="292991" y="0"/>
                    <a:pt x="326928" y="33937"/>
                    <a:pt x="326928" y="75800"/>
                  </a:cubicBezTo>
                  <a:lnTo>
                    <a:pt x="326928" y="75800"/>
                  </a:lnTo>
                  <a:cubicBezTo>
                    <a:pt x="326928" y="117663"/>
                    <a:pt x="292991" y="151600"/>
                    <a:pt x="251128" y="151600"/>
                  </a:cubicBezTo>
                  <a:lnTo>
                    <a:pt x="75800" y="151600"/>
                  </a:lnTo>
                  <a:cubicBezTo>
                    <a:pt x="33937" y="151600"/>
                    <a:pt x="0" y="117663"/>
                    <a:pt x="0" y="75800"/>
                  </a:cubicBezTo>
                  <a:lnTo>
                    <a:pt x="0" y="75800"/>
                  </a:lnTo>
                  <a:cubicBezTo>
                    <a:pt x="0" y="33937"/>
                    <a:pt x="33937" y="0"/>
                    <a:pt x="75800" y="0"/>
                  </a:cubicBez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26928" cy="199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275918" y="793769"/>
            <a:ext cx="633545" cy="300142"/>
          </a:xfrm>
          <a:custGeom>
            <a:avLst/>
            <a:gdLst/>
            <a:ahLst/>
            <a:cxnLst/>
            <a:rect r="r" b="b" t="t" l="l"/>
            <a:pathLst>
              <a:path h="300142" w="633545">
                <a:moveTo>
                  <a:pt x="0" y="0"/>
                </a:moveTo>
                <a:lnTo>
                  <a:pt x="633545" y="0"/>
                </a:lnTo>
                <a:lnTo>
                  <a:pt x="633545" y="300141"/>
                </a:lnTo>
                <a:lnTo>
                  <a:pt x="0" y="300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81075" y="2874521"/>
            <a:ext cx="14166687" cy="267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3"/>
              </a:lnSpc>
            </a:pPr>
            <a:r>
              <a:rPr lang="en-US" sz="15624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9213231"/>
            <a:ext cx="2868747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79"/>
              </a:lnSpc>
            </a:pPr>
            <a:r>
              <a:rPr lang="en-US" sz="15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6" tooltip="https://financetracker-bice.vercel.app/index.html"/>
              </a:rPr>
              <a:t>www.financetracker.in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8881603"/>
            <a:ext cx="2868747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79"/>
              </a:lnSpc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Website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44595" y="8862553"/>
            <a:ext cx="2868747" cy="36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99"/>
              </a:lnSpc>
            </a:pPr>
            <a:r>
              <a:rPr lang="en-US" b="true" sz="1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APRIL 2025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90843" y="5507968"/>
            <a:ext cx="806934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</a:pPr>
            <a:r>
              <a:rPr lang="en-US" b="true" sz="2799" spc="207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 PERFECT FINANCE BUDDY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57293" y="662932"/>
            <a:ext cx="319139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Finance 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DAGlQQ-xEfA</dc:identifier>
  <dcterms:modified xsi:type="dcterms:W3CDTF">2011-08-01T06:04:30Z</dcterms:modified>
  <cp:revision>1</cp:revision>
  <dc:title>Finance tracker</dc:title>
</cp:coreProperties>
</file>